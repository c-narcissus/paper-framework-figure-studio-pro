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Map of Selected Final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0624" y="7498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1: grayscale map generated from the S6-FINAL-SELECT selected final architecture figure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88720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6" name="Image 0" descr="C:\Users\YW\Documents\制图skill测试\figure-studio-runs\semidfl-diagram\outputs\S8-svg-ppt\_work\s6-selected-final-gray-re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205" y="1298448"/>
            <a:ext cx="9017286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641908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outputs/S5-candidate-images/candidate-D1-A.png. SVG elements are extracted/redrawn from outputs/S7-foreground-image/rimg-no-texture-final-01.png.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Final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0624" y="7498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2: S6-FINAL-SELECT selected final architecture figure original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88720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pic>
        <p:nvPicPr>
          <p:cNvPr id="6" name="Image 0" descr="C:\Users\YW\Documents\制图skill测试\figure-studio-runs\semidfl-diagram\outputs\S5-candidate-images\candidate-D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205" y="1298448"/>
            <a:ext cx="9017286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641908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standalone SVG elements follow. Titles and filenames are live PPT text; SVG media are embedded in the PPTX package.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and data elements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0624" y="7498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movable embedded SVG elements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88720" cy="411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53896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pic>
        <p:nvPicPr>
          <p:cNvPr id="9" name="Image 0" descr="C:\Users\YW\Documents\制图skill测试\figure-studio-runs\semidfl-diagram\outputs\S8-svg-ppt\icons\labeled_client_toke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2471" y="1773936"/>
            <a:ext cx="786384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client token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labeled_client_token.svg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3367278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7006" y="145389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7006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pic>
        <p:nvPicPr>
          <p:cNvPr id="15" name="Image 1" descr="C:\Users\YW\Documents\制图skill测试\figure-studio-runs\semidfl-diagram\outputs\S8-svg-ppt\icons\unlabeled_client_toke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1109" y="1773936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31870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Unlabeled client token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531870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unlabeled_client_token.svg</a:t>
            </a:r>
            <a:endParaRPr lang="en-US" sz="580" dirty="0"/>
          </a:p>
        </p:txBody>
      </p:sp>
      <p:sp>
        <p:nvSpPr>
          <p:cNvPr id="18" name="Shape 14"/>
          <p:cNvSpPr/>
          <p:nvPr/>
        </p:nvSpPr>
        <p:spPr>
          <a:xfrm>
            <a:off x="6185916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95644" y="1453896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95644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pic>
        <p:nvPicPr>
          <p:cNvPr id="21" name="Image 2" descr="C:\Users\YW\Documents\制图skill测试\figure-studio-runs\semidfl-diagram\outputs\S8-svg-ppt\icons\mixed_client_toke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9747" y="1773936"/>
            <a:ext cx="786384" cy="7863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0508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client token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350508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mixed_client_token.svg</a:t>
            </a:r>
            <a:endParaRPr lang="en-US" sz="580" dirty="0"/>
          </a:p>
        </p:txBody>
      </p:sp>
      <p:sp>
        <p:nvSpPr>
          <p:cNvPr id="24" name="Shape 19"/>
          <p:cNvSpPr/>
          <p:nvPr/>
        </p:nvSpPr>
        <p:spPr>
          <a:xfrm>
            <a:off x="9004554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14282" y="1453896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14282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pic>
        <p:nvPicPr>
          <p:cNvPr id="27" name="Image 3" descr="C:\Users\YW\Documents\制图skill测试\figure-studio-runs\semidfl-diagram\outputs\S8-svg-ppt\icons\local_data_cylinder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8385" y="1773936"/>
            <a:ext cx="786384" cy="7863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69146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cylinder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169146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local_data_cylinder.svg</a:t>
            </a:r>
            <a:endParaRPr lang="en-US" sz="580" dirty="0"/>
          </a:p>
        </p:txBody>
      </p:sp>
      <p:sp>
        <p:nvSpPr>
          <p:cNvPr id="30" name="Shape 24"/>
          <p:cNvSpPr/>
          <p:nvPr/>
        </p:nvSpPr>
        <p:spPr>
          <a:xfrm>
            <a:off x="548640" y="3630168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" y="374904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58368" y="37856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pic>
        <p:nvPicPr>
          <p:cNvPr id="33" name="Image 4" descr="C:\Users\YW\Documents\制图skill测试\figure-studio-runs\semidfl-diagram\outputs\S8-svg-ppt\icons\generated_data_cylinder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2471" y="4069080"/>
            <a:ext cx="786384" cy="7863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3232" y="5184648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data cylinder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713232" y="5477256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generated_data_cylinder.svg</a:t>
            </a:r>
            <a:endParaRPr lang="en-US" sz="580" dirty="0"/>
          </a:p>
        </p:txBody>
      </p:sp>
      <p:sp>
        <p:nvSpPr>
          <p:cNvPr id="36" name="Shape 29"/>
          <p:cNvSpPr/>
          <p:nvPr/>
        </p:nvSpPr>
        <p:spPr>
          <a:xfrm>
            <a:off x="3367278" y="3630168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477006" y="3749040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477006" y="37856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pic>
        <p:nvPicPr>
          <p:cNvPr id="39" name="Image 5" descr="C:\Users\YW\Documents\制图skill测试\figure-studio-runs\semidfl-diagram\outputs\S8-svg-ppt\icons\sample_card_stack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1109" y="4069080"/>
            <a:ext cx="786384" cy="7863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3531870" y="5184648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card stack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3531870" y="5477256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sample_card_stack.svg</a:t>
            </a:r>
            <a:endParaRPr lang="en-US" sz="580" dirty="0"/>
          </a:p>
        </p:txBody>
      </p:sp>
      <p:sp>
        <p:nvSpPr>
          <p:cNvPr id="42" name="Shape 34"/>
          <p:cNvSpPr/>
          <p:nvPr/>
        </p:nvSpPr>
        <p:spPr>
          <a:xfrm>
            <a:off x="6185916" y="3630168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295644" y="3749040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295644" y="37856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pic>
        <p:nvPicPr>
          <p:cNvPr id="45" name="Image 6" descr="C:\Users\YW\Documents\制图skill测试\figure-studio-runs\semidfl-diagram\outputs\S8-svg-ppt\icons\pseudo_label_tag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19747" y="4069080"/>
            <a:ext cx="786384" cy="7863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350508" y="5184648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pseudo-label tag</a:t>
            </a:r>
            <a:endParaRPr lang="en-US" sz="950" dirty="0"/>
          </a:p>
        </p:txBody>
      </p:sp>
      <p:sp>
        <p:nvSpPr>
          <p:cNvPr id="47" name="Text 38"/>
          <p:cNvSpPr/>
          <p:nvPr/>
        </p:nvSpPr>
        <p:spPr>
          <a:xfrm>
            <a:off x="6350508" y="5477256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pseudo_label_tag.svg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topology elements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0624" y="7498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movable embedded SVG elements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88720" cy="411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53896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pic>
        <p:nvPicPr>
          <p:cNvPr id="9" name="Image 0" descr="C:\Users\YW\Documents\制图skill测试\figure-studio-runs\semidfl-diagram\outputs\S8-svg-ppt\icons\decentralized_topolog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2471" y="1773936"/>
            <a:ext cx="786384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topology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decentralized_topology.svg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3367278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7006" y="1453896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7006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pic>
        <p:nvPicPr>
          <p:cNvPr id="15" name="Image 1" descr="C:\Users\YW\Documents\制图skill测试\figure-studio-runs\semidfl-diagram\outputs\S8-svg-ppt\icons\neighbor_model_graph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1109" y="1773936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31870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model influence graph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531870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neighbor_model_graph.svg</a:t>
            </a:r>
            <a:endParaRPr lang="en-US" sz="580" dirty="0"/>
          </a:p>
        </p:txBody>
      </p:sp>
      <p:sp>
        <p:nvSpPr>
          <p:cNvPr id="18" name="Shape 14"/>
          <p:cNvSpPr/>
          <p:nvPr/>
        </p:nvSpPr>
        <p:spPr>
          <a:xfrm>
            <a:off x="6185916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95644" y="145389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95644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pic>
        <p:nvPicPr>
          <p:cNvPr id="21" name="Image 2" descr="C:\Users\YW\Documents\制图skill测试\figure-studio-runs\semidfl-diagram\outputs\S8-svg-ppt\icons\privacy_shield_lock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9747" y="1773936"/>
            <a:ext cx="786384" cy="7863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0508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shield lock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350508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privacy_shield_lock.svg</a:t>
            </a:r>
            <a:endParaRPr lang="en-US" sz="580" dirty="0"/>
          </a:p>
        </p:txBody>
      </p:sp>
      <p:sp>
        <p:nvSpPr>
          <p:cNvPr id="24" name="Shape 19"/>
          <p:cNvSpPr/>
          <p:nvPr/>
        </p:nvSpPr>
        <p:spPr>
          <a:xfrm>
            <a:off x="9004554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14282" y="1453896"/>
            <a:ext cx="292608" cy="29260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14282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pic>
        <p:nvPicPr>
          <p:cNvPr id="27" name="Image 3" descr="C:\Users\YW\Documents\制图skill测试\figure-studio-runs\semidfl-diagram\outputs\S8-svg-ppt\icons\no_server_icon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8385" y="1773936"/>
            <a:ext cx="786384" cy="7863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69146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 server icon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169146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no_server_icon.svg</a:t>
            </a:r>
            <a:endParaRPr lang="en-US" sz="580" dirty="0"/>
          </a:p>
        </p:txBody>
      </p:sp>
      <p:sp>
        <p:nvSpPr>
          <p:cNvPr id="30" name="Shape 24"/>
          <p:cNvSpPr/>
          <p:nvPr/>
        </p:nvSpPr>
        <p:spPr>
          <a:xfrm>
            <a:off x="548640" y="3630168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" y="3749040"/>
            <a:ext cx="292608" cy="29260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58368" y="37856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pic>
        <p:nvPicPr>
          <p:cNvPr id="33" name="Image 4" descr="C:\Users\YW\Documents\制图skill测试\figure-studio-runs\semidfl-diagram\outputs\S8-svg-ppt\icons\no_raw_data_sharing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2471" y="4069080"/>
            <a:ext cx="786384" cy="7863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3232" y="5184648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raw data sharing icon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713232" y="5477256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no_raw_data_sharing.svg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training elements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0624" y="7498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movable embedded SVG elements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88720" cy="411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53896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pic>
        <p:nvPicPr>
          <p:cNvPr id="9" name="Image 0" descr="C:\Users\YW\Documents\制图skill测试\figure-studio-runs\semidfl-diagram\outputs\S8-svg-ppt\icons\classifier_mode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2471" y="1773936"/>
            <a:ext cx="786384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model glyph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classifier_model.svg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3367278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7006" y="145389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7006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pic>
        <p:nvPicPr>
          <p:cNvPr id="15" name="Image 1" descr="C:\Users\YW\Documents\制图skill测试\figure-studio-runs\semidfl-diagram\outputs\S8-svg-ppt\icons\diffusion_model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1109" y="1773936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31870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 glyph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531870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diffusion_model.svg</a:t>
            </a:r>
            <a:endParaRPr lang="en-US" sz="580" dirty="0"/>
          </a:p>
        </p:txBody>
      </p:sp>
      <p:sp>
        <p:nvSpPr>
          <p:cNvPr id="18" name="Shape 14"/>
          <p:cNvSpPr/>
          <p:nvPr/>
        </p:nvSpPr>
        <p:spPr>
          <a:xfrm>
            <a:off x="6185916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95644" y="1453896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95644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pic>
        <p:nvPicPr>
          <p:cNvPr id="21" name="Image 2" descr="C:\Users\YW\Documents\制图skill测试\figure-studio-runs\semidfl-diagram\outputs\S8-svg-ppt\icons\c_mixup_overlap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9747" y="1773936"/>
            <a:ext cx="786384" cy="7863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0508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MixUp overlap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350508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c_mixup_overlap.svg</a:t>
            </a:r>
            <a:endParaRPr lang="en-US" sz="580" dirty="0"/>
          </a:p>
        </p:txBody>
      </p:sp>
      <p:sp>
        <p:nvSpPr>
          <p:cNvPr id="24" name="Shape 19"/>
          <p:cNvSpPr/>
          <p:nvPr/>
        </p:nvSpPr>
        <p:spPr>
          <a:xfrm>
            <a:off x="9004554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14282" y="1453896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14282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pic>
        <p:nvPicPr>
          <p:cNvPr id="27" name="Image 3" descr="C:\Users\YW\Documents\制图skill测试\figure-studio-runs\semidfl-diagram\outputs\S8-svg-ppt\icons\token_cluster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8385" y="1773936"/>
            <a:ext cx="786384" cy="7863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69146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token cluster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169146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token_cluster.svg</a:t>
            </a:r>
            <a:endParaRPr lang="en-US" sz="580" dirty="0"/>
          </a:p>
        </p:txBody>
      </p:sp>
      <p:sp>
        <p:nvSpPr>
          <p:cNvPr id="30" name="Shape 24"/>
          <p:cNvSpPr/>
          <p:nvPr/>
        </p:nvSpPr>
        <p:spPr>
          <a:xfrm>
            <a:off x="548640" y="3630168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" y="374904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58368" y="37856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pic>
        <p:nvPicPr>
          <p:cNvPr id="33" name="Image 4" descr="C:\Users\YW\Documents\制图skill测试\figure-studio-runs\semidfl-diagram\outputs\S8-svg-ppt\icons\round_loop_token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2471" y="4069080"/>
            <a:ext cx="786384" cy="7863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3232" y="5184648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Round-loop token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713232" y="5477256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round_loop_token.svg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and consensus elements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0624" y="7498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movable embedded SVG elements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8872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53896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pic>
        <p:nvPicPr>
          <p:cNvPr id="9" name="Image 0" descr="C:\Users\YW\Documents\制图skill测试\figure-studio-runs\semidfl-diagram\outputs\S8-svg-ppt\icons\evaluation_barchar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2471" y="1773936"/>
            <a:ext cx="786384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Generated-data evaluation chart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3232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evaluation_barchart.svg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3367278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7006" y="145389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7006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pic>
        <p:nvPicPr>
          <p:cNvPr id="15" name="Image 1" descr="C:\Users\YW\Documents\制图skill测试\figure-studio-runs\semidfl-diagram\outputs\S8-svg-ppt\icons\generated_eval_clipboar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1109" y="1773936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31870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Generated-data evaluation clipboard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531870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generated_eval_clipboard.svg</a:t>
            </a:r>
            <a:endParaRPr lang="en-US" sz="580" dirty="0"/>
          </a:p>
        </p:txBody>
      </p:sp>
      <p:sp>
        <p:nvSpPr>
          <p:cNvPr id="18" name="Shape 14"/>
          <p:cNvSpPr/>
          <p:nvPr/>
        </p:nvSpPr>
        <p:spPr>
          <a:xfrm>
            <a:off x="6185916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95644" y="1453896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95644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pic>
        <p:nvPicPr>
          <p:cNvPr id="21" name="Image 2" descr="C:\Users\YW\Documents\制图skill测试\figure-studio-runs\semidfl-diagram\outputs\S8-svg-ppt\icons\adaptive_weight_bars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9747" y="1773936"/>
            <a:ext cx="786384" cy="7863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0508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weight bars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350508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adaptive_weight_bars.svg</a:t>
            </a:r>
            <a:endParaRPr lang="en-US" sz="580" dirty="0"/>
          </a:p>
        </p:txBody>
      </p:sp>
      <p:sp>
        <p:nvSpPr>
          <p:cNvPr id="24" name="Shape 19"/>
          <p:cNvSpPr/>
          <p:nvPr/>
        </p:nvSpPr>
        <p:spPr>
          <a:xfrm>
            <a:off x="9004554" y="1335024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14282" y="145389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14282" y="14904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pic>
        <p:nvPicPr>
          <p:cNvPr id="27" name="Image 3" descr="C:\Users\YW\Documents\制图skill测试\figure-studio-runs\semidfl-diagram\outputs\S8-svg-ppt\icons\classifier_consensus_cluster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8385" y="1773936"/>
            <a:ext cx="786384" cy="7863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69146" y="2889504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consensus cluster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169146" y="3182112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classifier_consensus_cluster.svg</a:t>
            </a:r>
            <a:endParaRPr lang="en-US" sz="580" dirty="0"/>
          </a:p>
        </p:txBody>
      </p:sp>
      <p:sp>
        <p:nvSpPr>
          <p:cNvPr id="30" name="Shape 24"/>
          <p:cNvSpPr/>
          <p:nvPr/>
        </p:nvSpPr>
        <p:spPr>
          <a:xfrm>
            <a:off x="548640" y="3630168"/>
            <a:ext cx="265404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" y="3749040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58368" y="37856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pic>
        <p:nvPicPr>
          <p:cNvPr id="33" name="Image 4" descr="C:\Users\YW\Documents\制图skill测试\figure-studio-runs\semidfl-diagram\outputs\S8-svg-ppt\icons\diffusion_consensus_cluster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2471" y="4069080"/>
            <a:ext cx="786384" cy="7863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3232" y="5184648"/>
            <a:ext cx="232486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consensus cluster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713232" y="5477256"/>
            <a:ext cx="23248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diffusion_consensus_cluster.svg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SVG Element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0624" y="7498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S8-SVG-PPT SVG catalog spec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188720" cy="411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pic>
        <p:nvPicPr>
          <p:cNvPr id="6" name="Image 0" descr="C:\Users\YW\Documents\制图skill测试\figure-studio-runs\semidfl-diagram\outputs\S8-svg-ppt\entity_glyph_matrix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472" y="1170432"/>
            <a:ext cx="11475720" cy="5413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SemiDFL foreground SVG catalog</dc:title>
  <dc:subject>S8-SVG-PPT SVG element catalog from S7-FOREGROUND-IMAGE foreground-only element collection sheet(s)</dc:subject>
  <dc:creator>Codex</dc:creator>
  <cp:lastModifiedBy>Codex</cp:lastModifiedBy>
  <cp:revision>1</cp:revision>
  <dcterms:created xsi:type="dcterms:W3CDTF">2026-05-17T09:01:20Z</dcterms:created>
  <dcterms:modified xsi:type="dcterms:W3CDTF">2026-05-17T09:01:20Z</dcterms:modified>
</cp:coreProperties>
</file>